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2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8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49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 ·  H9FECC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Traffic Intersection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fog and edge computing architecture on AWS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10972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Kishore Kanna Sekar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 Cloud Computing  ·  Student ID x24313530  ·  National College of Ireland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Giovani Estrada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Cloud-Only Monitoring Falls Short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pain points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costs EU economies roughly 1% of GDP annually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every raw sensor value to the cloud is bandwidth heavy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latency is too slow for safety-critical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 connectivity is intermittent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417320"/>
            <a:ext cx="3840480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73152" cy="3017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7492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1874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computation to the edge. Send only the signal, not the noise.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28346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4 IoT sensor streams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+ decide at a fog node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AWS cloud backend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Intersection Monitoring  |  Fog &amp; Edge Computing on AWS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Edge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simulated IoT sensor threads emitting readings every 2 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2624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fog node: 15 s aggregation window, threshold logic, cloud dispatch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3675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Layer (AWS)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ingest → queue → Lambda → DynamoDB → S3 dashboard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2331720"/>
            <a:ext cx="274320" cy="182880"/>
          </a:xfrm>
          <a:prstGeom prst="down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34840" y="3383280"/>
            <a:ext cx="274320" cy="182880"/>
          </a:xfrm>
          <a:prstGeom prst="down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compression 60:1 between Fog and Cloud  ·  Alert latency &lt; 1 ms at the edge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Intersection Monitoring  |  Fog &amp; Edge Computing on AWS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 Layer — Four Correlated Streams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 SensorSimulator  ·  daemon threads  ·  thread-safe shared dict (threading.Lock)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Count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45 per 2 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integer traffic volume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60 km/h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Inversely correlated with count (congestion logic)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95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during heavy traffic, lower when free-flowing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337560"/>
            <a:ext cx="40233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33756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(AQI)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during buildup, decays during free 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Intersection Monitoring  |  Fog &amp; Edge Computing on AWS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Fog Layer — Edge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FogNodeManager (Flask, port 5001)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daemon aggregates every 15 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threshold rules run locally (&lt; 1 ms)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ring buffer of last 10 summaries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if cloud is unreachable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GET /status endpoint for the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12080" y="1417320"/>
            <a:ext cx="347472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0" y="141732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ALERT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vehicle_count &gt; 30  AND  avg_speed &lt; 20 km/h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rule avoids false positives from momentary speed drops.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2788920"/>
            <a:ext cx="347472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12080" y="278892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ALERT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pollution_level &gt; 150 AQI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"Unhealthy" threshold — raised at the edge, no cloud round-trip.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raw readings per window  →  1 enriched summary payload  =  60:1 bandwidth reduction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Intersection Monitoring  |  Fog &amp; Edge Computing on AWS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Backend — Serverless on AWS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ingest  ·  zero servers to manage  ·  Infrastructure-as-Code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7919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585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/traffic-data direct-to-SQS (VTL)  ·  GET /status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1783080"/>
            <a:ext cx="267919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73552" y="17830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56432" y="192024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22585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ingest from processing  ·  batch size 10  ·  at-least-once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9904" y="1783080"/>
            <a:ext cx="267919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9904" y="17830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2784" y="192024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2585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ProcessTrafficData writes batches  ·  GetTrafficStatus reads latest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67919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301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PAY_PER_REQUEST  ·  node_id (PK) + timestamp (SK) composite key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73552" y="3154680"/>
            <a:ext cx="267919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73552" y="31546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56432" y="329184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56432" y="36301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dashboard hosting  ·  CORS  ·  public bucket policy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9904" y="3154680"/>
            <a:ext cx="267919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9904" y="315468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72784" y="329184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3630168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template (202 lines) — whole stack up in &lt; 5 minutes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  →  API Gateway  →  SQS  →  Lambda  →  DynamoDB  →  S3 Dashboard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Intersection Monitoring  |  Fog &amp; Edge Computing on AWS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CI/CD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~1,380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across 9 artefacts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7-step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deployment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 min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recreated from template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783080"/>
            <a:ext cx="45720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340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threading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fog_node.py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requests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2514600"/>
            <a:ext cx="45720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34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lambda_processor.py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boto3, Decimal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GetTrafficStatus.py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boto3, Decimal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3246120"/>
            <a:ext cx="45720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4340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 / index.html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4340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cloudformation.yaml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3977640"/>
            <a:ext cx="45720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4340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deploy.yml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Intersection Monitoring  |  Fog &amp; Edge Computing on AWS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656</Words>
  <Application>Microsoft Macintosh PowerPoint</Application>
  <PresentationFormat>On-screen Show (16:9)</PresentationFormat>
  <Paragraphs>120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Traffic Intersection Monitoring System</dc:title>
  <dc:subject/>
  <dc:creator>Kishore Kanna Sekar</dc:creator>
  <cp:keywords/>
  <dc:description/>
  <cp:lastModifiedBy>Kishore Kanna Sekar</cp:lastModifiedBy>
  <cp:revision>3</cp:revision>
  <dcterms:created xsi:type="dcterms:W3CDTF">2026-04-17T19:04:01Z</dcterms:created>
  <dcterms:modified xsi:type="dcterms:W3CDTF">2026-04-17T21:41:16Z</dcterms:modified>
  <cp:category/>
</cp:coreProperties>
</file>