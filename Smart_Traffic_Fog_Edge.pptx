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2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8720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 ·  H9FECC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Traffic Intersection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Monitoring System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three-tier fog and edge computing architecture on AWS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840480"/>
            <a:ext cx="109728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Kishore Kanna Sekar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in Cloud Computing  ·  Student ID x24313530  ·  National College of Ireland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Lecturer: Giovani Estrada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Cloud-Only Monitoring Falls Short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pain points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4114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costs EU economies roughly 1% of GDP annually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every raw sensor value to the cloud is bandwidth heavy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Round-trip latency is too slow for safety-critical alerts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when connectivity is intermittent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846320" y="1417320"/>
            <a:ext cx="3840480" cy="301752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417320"/>
            <a:ext cx="73152" cy="30175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7492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74920" y="18745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Push computation to the edge. Send only the signal, not the noise.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74920" y="283464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4 IoT sensor streams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+ decide at a fog node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AWS cloud backend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dashboard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Traffic Intersection Monitoring  |  Fog &amp; Edge Computing on AWS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Three-Tier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73152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371600" y="1572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/ Edge Layer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192024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simulated IoT sensor threads emitting readings every 2 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822960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73152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371600" y="2624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Layer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29718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fog node: 15 s aggregation window, threshold logic, cloud dispatch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73152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371600" y="36758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Layer (AWS)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40233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ingest → queue → Lambda → DynamoDB → S3 dashboard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34840" y="2331720"/>
            <a:ext cx="274320" cy="182880"/>
          </a:xfrm>
          <a:prstGeom prst="downArrow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434840" y="3383280"/>
            <a:ext cx="274320" cy="182880"/>
          </a:xfrm>
          <a:prstGeom prst="downArrow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 compression 60:1 between Fog and Cloud  ·  Alert latency &lt; 1 ms at the edge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Traffic Intersection Monitoring  |  Fog &amp; Edge Computing on AWS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— End-to-End Data 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32130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/ EDGE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0" cy="2743200"/>
          </a:xfrm>
          <a:prstGeom prst="line">
            <a:avLst/>
          </a:prstGeom>
          <a:noFill/>
          <a:ln w="952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1920240" cy="50292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54864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Count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377440"/>
            <a:ext cx="1920240" cy="50292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2377440"/>
            <a:ext cx="54864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5800" y="24871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Speed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971800"/>
            <a:ext cx="1920240" cy="50292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2971800"/>
            <a:ext cx="54864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3081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566160"/>
            <a:ext cx="1920240" cy="50292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54864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85800" y="3675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 (AQI)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2062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daemon threads  ·  2 s interval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514600" y="3730752"/>
            <a:ext cx="274320" cy="182880"/>
          </a:xfrm>
          <a:prstGeom prst="rightArrow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834640" y="1783080"/>
            <a:ext cx="54864" cy="2651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latency  ·  15 s aggregation  +  ~50 ms API GW  +  ~10 ms SQS  +  ~200 ms Lambda  +  ~5 ms DynamoDB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4800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Traffic Intersection Monitoring  |  Fog &amp; Edge Computing on AWS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A6C897D8-43B0-924E-72C6-A7D0B4C38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1" y="1705356"/>
            <a:ext cx="4445127" cy="26243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Sensor Layer — Four Correlated Streams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 SensorSimulator  ·  daemon threads  ·  thread-safe shared dict (threading.Lock)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023360" cy="13258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965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Count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– 45 per 2 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integer traffic volume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828800"/>
            <a:ext cx="4023360" cy="13258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82880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92040" y="1965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Speed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– 60 km/h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Inversely correlated with count (congestion logic)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023360" cy="13258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Level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3794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– 95 dB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during heavy traffic, lower when free-flowing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3337560"/>
            <a:ext cx="4023360" cy="132588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333756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9204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 (AQI)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92040" y="3794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500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Accumulates during buildup, decays during free flow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Traffic Intersection Monitoring  |  Fog &amp; Edge Computing on AWS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Fog Layer — Edge Intelligence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FogNodeManager (Flask, port 5001)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daemon aggregates every 15 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threshold rules run locally (&lt; 1 ms)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ring buffer of last 10 summaries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degradation if cloud is unreachable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GET /status endpoint for the dashboard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212080" y="1417320"/>
            <a:ext cx="3474720" cy="12344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212080" y="141732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394960" y="1508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ALERT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9496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vehicle_count &gt; 30  AND  avg_speed &lt; 20 km/h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94960" y="2148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rule avoids false positives from momentary speed drops.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212080" y="2788920"/>
            <a:ext cx="3474720" cy="12344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212080" y="278892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39496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 ALERT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94960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pollution_level &gt; 150 AQI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9496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"Unhealthy" threshold — raised at the edge, no cloud round-trip.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raw readings per window  →  1 summary payload  =  60:1 bandwidth reduction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Traffic Intersection Monitoring  |  Fog &amp; Edge Computing on AWS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Backend — Serverless on AWS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ingest  ·  zero servers to manage  ·  Infrastructure-as-Code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2679192" cy="12344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585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/traffic-data direct-to-SQS (VTL)  ·  GET /status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73552" y="1783080"/>
            <a:ext cx="2679192" cy="12344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73552" y="178308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56432" y="1920240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56432" y="22585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Decouples ingest from processing  ·  batch size 10  ·  at-least-once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89904" y="1783080"/>
            <a:ext cx="2679192" cy="12344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089904" y="178308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72784" y="1920240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72784" y="22585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ProcessTrafficData writes batches  ·  GetTrafficStatus reads latest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2679192" cy="12344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291840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301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PAY_PER_REQUEST  ·  node_id (PK) + timestamp (SK) composite key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73552" y="3154680"/>
            <a:ext cx="2679192" cy="12344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73552" y="315468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56432" y="3291840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456432" y="36301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dashboard hosting  ·  CORS  ·  public bucket policy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89904" y="3154680"/>
            <a:ext cx="2679192" cy="12344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089904" y="315468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272784" y="3291840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72784" y="36301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template (202 lines) — whole stack up in &lt; 5 minutes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4622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Fog  →  API Gateway  →  SQS  →  Lambda  →  DynamoDB  →  S3 Dashboard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4800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Traffic Intersection Monitoring  |  Fog &amp; Edge Computing on AWS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CI/CD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~1,380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 across 9 artefacts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514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7-step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deployment pipeline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5 min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57200" y="4114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recreated from template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0624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06240" y="1783080"/>
            <a:ext cx="4572000" cy="36576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43400" y="1828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sensors.py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threading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43400" y="2194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fog_node.py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2194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+ requests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06240" y="2514600"/>
            <a:ext cx="4572000" cy="36576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343400" y="2560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lambda_processor.py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boto3, Decimal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43400" y="2926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GetTrafficStatus.py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boto3, Decimal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06240" y="3246120"/>
            <a:ext cx="4572000" cy="36576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343400" y="3291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app.js / index.html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3291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 dashboard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43400" y="3657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cloudformation.yaml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3977640"/>
            <a:ext cx="4572000" cy="36576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343400" y="4023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deploy.yml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92240" y="4023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4800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Traffic Intersection Monitoring  |  Fog &amp; Edge Computing on AWS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Fog Layer Actually Buys You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697480" cy="141732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99F6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 : 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cloud-bound bandwidth reduction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1737360"/>
            <a:ext cx="2697480" cy="141732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74720" y="19202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99F6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 ms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5760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decision latency at the edge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1737360"/>
            <a:ext cx="2697480" cy="141732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309360" y="19202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99F6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156+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9224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persisted to DynamoDB in test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Fog nodes do more than filter — they convert raw streams into actionable edge intelligence.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8229600" cy="498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—  Questions?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775</Words>
  <Application>Microsoft Macintosh PowerPoint</Application>
  <PresentationFormat>On-screen Show (16:9)</PresentationFormat>
  <Paragraphs>143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Traffic Intersection Monitoring System</dc:title>
  <dc:subject/>
  <dc:creator>Kishore Kanna Sekar</dc:creator>
  <cp:keywords/>
  <dc:description/>
  <cp:lastModifiedBy>Kishore Kanna Sekar</cp:lastModifiedBy>
  <cp:revision>4</cp:revision>
  <dcterms:created xsi:type="dcterms:W3CDTF">2026-04-20T13:54:47Z</dcterms:created>
  <dcterms:modified xsi:type="dcterms:W3CDTF">2026-04-20T14:57:43Z</dcterms:modified>
  <cp:category/>
</cp:coreProperties>
</file>